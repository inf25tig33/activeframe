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4B0D"/>
    <a:srgbClr val="A5C0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3F2AD0-1F45-08EE-662F-22E4F89E6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2B9723-F2B4-D443-77FE-9B35E5FB5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F52DB4D-FCF2-2F95-A812-43B03F193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724C0-D3FD-48DE-9E3F-C7E18776BBDA}" type="datetimeFigureOut">
              <a:rPr lang="pt-PT" smtClean="0"/>
              <a:t>10/06/2026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5E3E453-8ECE-7FEB-4DCE-EC5C2E271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6209857-2F59-3799-A7F0-166A6798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D3A78-FEAE-4519-AAB9-F0263398756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52433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EDD5DE-F4AD-2855-E60F-15F305046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DE09979-FCE4-347F-10F7-5C48AAB74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183D3AC-CAFB-545E-48BB-EFB8C2470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724C0-D3FD-48DE-9E3F-C7E18776BBDA}" type="datetimeFigureOut">
              <a:rPr lang="pt-PT" smtClean="0"/>
              <a:t>10/06/2026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BDFA66D-9B01-73C5-4987-0B10C7274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94F55DC-FDA0-624D-BEA7-D874CAD6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D3A78-FEAE-4519-AAB9-F0263398756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75405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36BBA-1FF7-5FB9-8427-82351ECDA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54D06CF-79F0-7335-8B2D-5AAA77E2E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2CD5DA4-063E-51A0-25AA-2B67469B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724C0-D3FD-48DE-9E3F-C7E18776BBDA}" type="datetimeFigureOut">
              <a:rPr lang="pt-PT" smtClean="0"/>
              <a:t>10/06/2026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D27716D-9EDC-7B58-075A-34A3A0C36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907978E-3D5A-6103-D660-0ECF00DF7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D3A78-FEAE-4519-AAB9-F0263398756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53454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97D186-08B2-420C-B82C-908DA89E5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E13FCB3-3D5A-4461-FB99-113656A47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9FB46E28-5BB7-5AD9-4820-F034C469C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A98754D-4573-0DFA-B305-D4EB6E3D4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724C0-D3FD-48DE-9E3F-C7E18776BBDA}" type="datetimeFigureOut">
              <a:rPr lang="pt-PT" smtClean="0"/>
              <a:t>10/06/2026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8EB970B-C28D-CD37-1387-D85C2FCC3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0EB7292-078F-7750-EC49-2D0756CD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D3A78-FEAE-4519-AAB9-F0263398756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86330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10CA6-BD1E-A875-4A91-466138475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E4124906-0EF1-8EE2-45AD-9B9F01752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05F4261-DDDA-2010-B6EA-CB79DC49D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9F8A5EDE-669E-A22B-5B32-45BC00CF0C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9A146B18-E70D-8DCF-6178-5B7A44C53F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8CF14919-09F3-AF6B-B915-2FB9C1D7B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724C0-D3FD-48DE-9E3F-C7E18776BBDA}" type="datetimeFigureOut">
              <a:rPr lang="pt-PT" smtClean="0"/>
              <a:t>10/06/2026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CAB366E6-6C48-D931-29FA-87CBDA3E9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45CB4725-D3DF-F86D-48D2-84F4E1DF6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D3A78-FEAE-4519-AAB9-F0263398756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93158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165F4-FF26-5080-0C0B-C1F1AA57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9C5A6350-921E-ED92-B6BF-54776B54E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724C0-D3FD-48DE-9E3F-C7E18776BBDA}" type="datetimeFigureOut">
              <a:rPr lang="pt-PT" smtClean="0"/>
              <a:t>10/06/2026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9BFE862D-3689-36FC-3915-80156B5A8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EC6A268B-6E92-E6A9-AB22-F725F9E5D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D3A78-FEAE-4519-AAB9-F0263398756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21751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D3ED0026-AB05-6943-5B77-6B1A59FBC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724C0-D3FD-48DE-9E3F-C7E18776BBDA}" type="datetimeFigureOut">
              <a:rPr lang="pt-PT" smtClean="0"/>
              <a:t>10/06/2026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37CAE020-04B0-F50E-FDFA-0DF8FC4B9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C951E04-1DFA-A9F5-3E8C-2A4DA5E69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D3A78-FEAE-4519-AAB9-F0263398756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47909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9996DF-9E15-922E-1D2B-2A034A128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713EE53-9923-52DA-C5C4-FDC1F96D6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A2514E23-CB5F-676A-6517-CEC342193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1FA1310-7F1E-D867-B159-9413ED47F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724C0-D3FD-48DE-9E3F-C7E18776BBDA}" type="datetimeFigureOut">
              <a:rPr lang="pt-PT" smtClean="0"/>
              <a:t>10/06/2026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9771A74-FAF8-326B-360E-C3F9FF9CA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6CB24321-669C-BC18-1E59-6671D13B5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D3A78-FEAE-4519-AAB9-F0263398756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64992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D6154-9CB1-38EB-0CBD-F14234BCA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3C39053C-19A5-4307-BE5F-3D7500B939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85F215E5-2021-8442-74BB-D808EF87E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78A7390-D107-B287-F59D-6365BC633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724C0-D3FD-48DE-9E3F-C7E18776BBDA}" type="datetimeFigureOut">
              <a:rPr lang="pt-PT" smtClean="0"/>
              <a:t>10/06/2026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55DCF0B-DFC4-E584-C8CD-26ABA74F6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F67E1D1A-FDD5-0B99-E405-57CA999F6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D3A78-FEAE-4519-AAB9-F0263398756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08869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E95C9D-12B6-4F3C-20CD-2BAD702A8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2CE38B2D-C27D-058C-45DD-C3596AE62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1509562-D809-F0D1-CEB4-74D830F3C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724C0-D3FD-48DE-9E3F-C7E18776BBDA}" type="datetimeFigureOut">
              <a:rPr lang="pt-PT" smtClean="0"/>
              <a:t>10/06/2026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FCB57ED-DF48-FEB5-DD6F-8CD54A484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6B50985-90FC-0CA7-3685-CE3EC7903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D3A78-FEAE-4519-AAB9-F0263398756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84761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D2BD6C-39F4-346F-36AA-0A36DECA1A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A376B151-1EEF-83DB-CE83-C9ADD0C907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F125FBD-69F8-3030-09E0-4227188AC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724C0-D3FD-48DE-9E3F-C7E18776BBDA}" type="datetimeFigureOut">
              <a:rPr lang="pt-PT" smtClean="0"/>
              <a:t>10/06/2026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936661E-42E8-FFA9-4AB3-698D8F5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6609610-00EB-99CA-7930-D316E2291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D3A78-FEAE-4519-AAB9-F0263398756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83820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7B431A01-A2E3-A7A4-7292-D08F3CABB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054EA99-D701-1F8E-1EE2-A3E169BB0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357D52E-394F-C023-4E52-9A23C0A223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724C0-D3FD-48DE-9E3F-C7E18776BBDA}" type="datetimeFigureOut">
              <a:rPr lang="pt-PT" smtClean="0"/>
              <a:t>10/06/2026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8C735BE-74BA-0F9C-60ED-D13CBACD7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4C4486F-918B-6700-82EC-EED00C4FE8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0D3A78-FEAE-4519-AAB9-F0263398756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40813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inf25tig33.netlify.app/atividade_fisica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6619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3863EB1-0702-96D1-7FE5-09C04FA65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6211529" cy="4351338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400" dirty="0"/>
              <a:t>Unidade Curricular – Tecnologias de Internet</a:t>
            </a:r>
          </a:p>
          <a:p>
            <a:endParaRPr lang="pt-PT" sz="2400" dirty="0"/>
          </a:p>
          <a:p>
            <a:pPr marL="0" indent="0">
              <a:buNone/>
            </a:pPr>
            <a:r>
              <a:rPr lang="pt-PT" sz="2400" dirty="0"/>
              <a:t>Trabalho realizado por:</a:t>
            </a:r>
          </a:p>
          <a:p>
            <a:pPr marL="0" indent="0">
              <a:buNone/>
            </a:pPr>
            <a:r>
              <a:rPr lang="pt-PT" sz="2400" dirty="0"/>
              <a:t>João Pinto (A050079)</a:t>
            </a:r>
          </a:p>
          <a:p>
            <a:pPr marL="0" indent="0">
              <a:buNone/>
            </a:pPr>
            <a:r>
              <a:rPr lang="pt-PT" sz="2400" dirty="0"/>
              <a:t>Luís Alves (A048579)</a:t>
            </a:r>
          </a:p>
          <a:p>
            <a:pPr marL="0" indent="0">
              <a:buNone/>
            </a:pPr>
            <a:r>
              <a:rPr lang="pt-PT" sz="2400" dirty="0"/>
              <a:t>Miguel Fernandes (A050287)</a:t>
            </a:r>
          </a:p>
          <a:p>
            <a:endParaRPr lang="pt-PT" sz="2400" dirty="0"/>
          </a:p>
          <a:p>
            <a:pPr marL="0" indent="0">
              <a:buNone/>
            </a:pPr>
            <a:r>
              <a:rPr lang="pt-PT" sz="2400" dirty="0"/>
              <a:t>Docente:</a:t>
            </a:r>
          </a:p>
          <a:p>
            <a:pPr marL="0" indent="0">
              <a:buNone/>
            </a:pPr>
            <a:r>
              <a:rPr lang="pt-PT" sz="2400" dirty="0"/>
              <a:t>Marco Aurélio</a:t>
            </a:r>
          </a:p>
          <a:p>
            <a:endParaRPr lang="pt-PT" dirty="0"/>
          </a:p>
          <a:p>
            <a:endParaRPr lang="pt-PT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3983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09BC85-0330-E484-6312-30B7E1883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Porquê?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AAC212A-3359-F66B-0FBB-4999D0014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34233"/>
            <a:ext cx="7883769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400" dirty="0"/>
              <a:t>Muitas aplicações de fitness apresentam apenas dados numéricos, dificultando a perceção da evolução física do utilizador.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65F89B2-F413-EA63-1EBB-2B4D42FF92B2}"/>
              </a:ext>
            </a:extLst>
          </p:cNvPr>
          <p:cNvSpPr txBox="1">
            <a:spLocks/>
          </p:cNvSpPr>
          <p:nvPr/>
        </p:nvSpPr>
        <p:spPr>
          <a:xfrm>
            <a:off x="838199" y="28597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Objetivo</a:t>
            </a:r>
          </a:p>
        </p:txBody>
      </p:sp>
      <p:sp>
        <p:nvSpPr>
          <p:cNvPr id="5" name="Marcador de Posição de Conteúdo 2">
            <a:extLst>
              <a:ext uri="{FF2B5EF4-FFF2-40B4-BE49-F238E27FC236}">
                <a16:creationId xmlns:a16="http://schemas.microsoft.com/office/drawing/2014/main" id="{9E87E835-75E6-C9ED-128B-B6608D6642AE}"/>
              </a:ext>
            </a:extLst>
          </p:cNvPr>
          <p:cNvSpPr txBox="1">
            <a:spLocks/>
          </p:cNvSpPr>
          <p:nvPr/>
        </p:nvSpPr>
        <p:spPr>
          <a:xfrm>
            <a:off x="838198" y="3908820"/>
            <a:ext cx="6416711" cy="2256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2400" dirty="0"/>
              <a:t>Criar uma plataforma simples que permita:</a:t>
            </a:r>
          </a:p>
          <a:p>
            <a:r>
              <a:rPr lang="pt-PT" sz="2400" dirty="0"/>
              <a:t>Registar atividades físicas </a:t>
            </a:r>
          </a:p>
          <a:p>
            <a:r>
              <a:rPr lang="pt-PT" sz="2400" dirty="0"/>
              <a:t>Registar alimentação </a:t>
            </a:r>
          </a:p>
          <a:p>
            <a:r>
              <a:rPr lang="pt-PT" sz="2400" dirty="0"/>
              <a:t>Associar fotografias à evolução </a:t>
            </a:r>
          </a:p>
          <a:p>
            <a:r>
              <a:rPr lang="pt-PT" sz="2400" dirty="0"/>
              <a:t>Organizar toda a informação num único local</a:t>
            </a:r>
          </a:p>
        </p:txBody>
      </p:sp>
    </p:spTree>
    <p:extLst>
      <p:ext uri="{BB962C8B-B14F-4D97-AF65-F5344CB8AC3E}">
        <p14:creationId xmlns:p14="http://schemas.microsoft.com/office/powerpoint/2010/main" val="1507472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921F96-F4CD-F8CE-3D65-7C490868A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 nossa solução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D4EC5B2-EEA6-E174-C9A6-250956A57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8522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PT" sz="2600" b="1" dirty="0" err="1"/>
              <a:t>ActiveFrame</a:t>
            </a:r>
            <a:endParaRPr lang="pt-PT" sz="2600" b="1" dirty="0"/>
          </a:p>
          <a:p>
            <a:pPr marL="0" indent="0">
              <a:buNone/>
            </a:pPr>
            <a:r>
              <a:rPr lang="pt-PT" sz="2600" dirty="0"/>
              <a:t>Uma aplicação web focada no acompanhamento da evolução física e alimentar.</a:t>
            </a:r>
          </a:p>
          <a:p>
            <a:pPr marL="0" indent="0">
              <a:buNone/>
            </a:pPr>
            <a:endParaRPr lang="pt-PT" sz="2600" dirty="0"/>
          </a:p>
          <a:p>
            <a:pPr marL="0" indent="0">
              <a:buNone/>
            </a:pPr>
            <a:r>
              <a:rPr lang="pt-PT" sz="2600" b="1" dirty="0"/>
              <a:t>Funcionalidades principais</a:t>
            </a:r>
          </a:p>
          <a:p>
            <a:r>
              <a:rPr lang="pt-PT" sz="2600" dirty="0"/>
              <a:t>Registo de utilizadores</a:t>
            </a:r>
          </a:p>
          <a:p>
            <a:r>
              <a:rPr lang="pt-PT" sz="2600" dirty="0"/>
              <a:t>Login</a:t>
            </a:r>
          </a:p>
          <a:p>
            <a:r>
              <a:rPr lang="pt-PT" sz="2600" dirty="0"/>
              <a:t>Diário de atividade física</a:t>
            </a:r>
          </a:p>
          <a:p>
            <a:r>
              <a:rPr lang="pt-PT" sz="2600" dirty="0"/>
              <a:t>Diário alimentar</a:t>
            </a:r>
          </a:p>
          <a:p>
            <a:r>
              <a:rPr lang="pt-PT" sz="2600" dirty="0"/>
              <a:t>Upload de fotografias</a:t>
            </a:r>
          </a:p>
          <a:p>
            <a:r>
              <a:rPr lang="pt-PT" sz="2600" dirty="0"/>
              <a:t>Histórico de registos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255509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2C1817-2FE3-0979-52ED-05D8A93BA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7FA23-B15F-8A4C-A579-F8B9C95DC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187262" cy="1325563"/>
          </a:xfrm>
        </p:spPr>
        <p:txBody>
          <a:bodyPr/>
          <a:lstStyle/>
          <a:p>
            <a:r>
              <a:rPr lang="pt-PT" dirty="0"/>
              <a:t>Página Inicial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6A4FE1E-867E-DBA1-DB3F-1857A9B09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5767"/>
            <a:ext cx="5257800" cy="3246466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pt-PT" sz="2400" b="1" dirty="0"/>
              <a:t>O primeiro contacto do utilizador</a:t>
            </a:r>
          </a:p>
          <a:p>
            <a:r>
              <a:rPr lang="pt-PT" sz="2400" dirty="0"/>
              <a:t>Funcionalidades:</a:t>
            </a:r>
          </a:p>
          <a:p>
            <a:r>
              <a:rPr lang="pt-PT" sz="2400" dirty="0"/>
              <a:t>apresentação do projeto </a:t>
            </a:r>
          </a:p>
          <a:p>
            <a:r>
              <a:rPr lang="pt-PT" sz="2400" dirty="0"/>
              <a:t>vídeo explicativo </a:t>
            </a:r>
          </a:p>
          <a:p>
            <a:r>
              <a:rPr lang="pt-PT" sz="2400" dirty="0"/>
              <a:t>acesso ao login </a:t>
            </a:r>
          </a:p>
          <a:p>
            <a:r>
              <a:rPr lang="pt-PT" sz="2400" dirty="0"/>
              <a:t>criação de conta</a:t>
            </a:r>
          </a:p>
          <a:p>
            <a:endParaRPr lang="pt-PT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F9B4D25-AADB-FCF2-51E0-8C71BF99D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378" y="1805767"/>
            <a:ext cx="6134911" cy="25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120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994461-5196-C23B-C03E-52DCB6AA6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36AFD9-5E96-A0CC-BBDA-61F1E7526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Área de Atividade Física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2B387E3-D847-AEAD-CFCA-A6E2A5594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pt-PT" sz="2400" b="1" dirty="0"/>
              <a:t>Registo de treinos</a:t>
            </a:r>
          </a:p>
          <a:p>
            <a:r>
              <a:rPr lang="pt-PT" sz="2400" dirty="0"/>
              <a:t>Permite:</a:t>
            </a:r>
          </a:p>
          <a:p>
            <a:r>
              <a:rPr lang="pt-PT" sz="2400" dirty="0"/>
              <a:t>selecionar modalidade </a:t>
            </a:r>
          </a:p>
          <a:p>
            <a:r>
              <a:rPr lang="pt-PT" sz="2400" dirty="0"/>
              <a:t>indicar data </a:t>
            </a:r>
          </a:p>
          <a:p>
            <a:r>
              <a:rPr lang="pt-PT" sz="2400" dirty="0"/>
              <a:t>local </a:t>
            </a:r>
          </a:p>
          <a:p>
            <a:r>
              <a:rPr lang="pt-PT" sz="2400" dirty="0"/>
              <a:t>métricas </a:t>
            </a:r>
          </a:p>
          <a:p>
            <a:r>
              <a:rPr lang="pt-PT" sz="2400" dirty="0"/>
              <a:t>calorias gastas </a:t>
            </a:r>
          </a:p>
          <a:p>
            <a:r>
              <a:rPr lang="pt-PT" sz="2400" dirty="0"/>
              <a:t>observações </a:t>
            </a:r>
          </a:p>
          <a:p>
            <a:r>
              <a:rPr lang="pt-PT" sz="2400" dirty="0"/>
              <a:t>fotografia</a:t>
            </a:r>
          </a:p>
          <a:p>
            <a:endParaRPr lang="pt-PT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917C7DB-895C-D1DA-9A89-D433CF4CA4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65" r="18043"/>
          <a:stretch>
            <a:fillRect/>
          </a:stretch>
        </p:blipFill>
        <p:spPr>
          <a:xfrm>
            <a:off x="6096000" y="1434820"/>
            <a:ext cx="3559107" cy="238509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2CBEFB6-5F3C-B6E0-CAB3-0E8C55B89C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647"/>
          <a:stretch>
            <a:fillRect/>
          </a:stretch>
        </p:blipFill>
        <p:spPr>
          <a:xfrm>
            <a:off x="6095999" y="4001294"/>
            <a:ext cx="3559107" cy="238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778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2CF275-6852-B647-3731-69A30E56F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15DAB-ECA8-0D4B-F558-F55644223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Área Alimentar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6AF2E5E-F0D4-391E-3C12-5E41E2033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sz="2400" b="1" dirty="0"/>
              <a:t>Controlo alimentar</a:t>
            </a:r>
          </a:p>
          <a:p>
            <a:r>
              <a:rPr lang="pt-PT" sz="2400" dirty="0"/>
              <a:t>Permite:</a:t>
            </a:r>
          </a:p>
          <a:p>
            <a:r>
              <a:rPr lang="pt-PT" sz="2400" dirty="0"/>
              <a:t>registar refeições </a:t>
            </a:r>
          </a:p>
          <a:p>
            <a:r>
              <a:rPr lang="pt-PT" sz="2400" dirty="0"/>
              <a:t>calorias </a:t>
            </a:r>
          </a:p>
          <a:p>
            <a:r>
              <a:rPr lang="pt-PT" sz="2400" dirty="0"/>
              <a:t>proteínas </a:t>
            </a:r>
          </a:p>
          <a:p>
            <a:r>
              <a:rPr lang="pt-PT" sz="2400" dirty="0"/>
              <a:t>fotografias dos pratos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946964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89AB9F-498D-C9DB-AFAC-89B40A032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D0652C-7068-2E87-25D9-D4DC9CE02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Tecnologias Utilizadas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90328E7-B308-3ECF-8FE7-B2D707B2C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150806" cy="15391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600" b="1" dirty="0" err="1"/>
              <a:t>Frontend</a:t>
            </a:r>
            <a:endParaRPr lang="pt-PT" sz="2600" b="1" dirty="0"/>
          </a:p>
          <a:p>
            <a:r>
              <a:rPr lang="pt-PT" sz="2400" dirty="0"/>
              <a:t>HTML5</a:t>
            </a:r>
            <a:r>
              <a:rPr lang="pt-PT" sz="2600" dirty="0"/>
              <a:t> </a:t>
            </a:r>
          </a:p>
          <a:p>
            <a:r>
              <a:rPr lang="pt-PT" sz="2600" dirty="0"/>
              <a:t>CSS3  </a:t>
            </a: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A2E3B23E-8A11-2A42-34D9-54AEF2689A24}"/>
              </a:ext>
            </a:extLst>
          </p:cNvPr>
          <p:cNvSpPr txBox="1">
            <a:spLocks/>
          </p:cNvSpPr>
          <p:nvPr/>
        </p:nvSpPr>
        <p:spPr>
          <a:xfrm>
            <a:off x="3188724" y="1822448"/>
            <a:ext cx="2599404" cy="1949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PT" sz="2600" b="1" dirty="0"/>
              <a:t>Organização</a:t>
            </a:r>
          </a:p>
          <a:p>
            <a:r>
              <a:rPr lang="pt-PT" sz="2400" dirty="0"/>
              <a:t>base</a:t>
            </a:r>
            <a:r>
              <a:rPr lang="pt-PT" sz="2600" dirty="0"/>
              <a:t>.css</a:t>
            </a:r>
          </a:p>
          <a:p>
            <a:r>
              <a:rPr lang="pt-PT" sz="2600" dirty="0"/>
              <a:t>auth.css</a:t>
            </a:r>
          </a:p>
          <a:p>
            <a:r>
              <a:rPr lang="pt-PT" sz="2600" dirty="0"/>
              <a:t>dashboard.css</a:t>
            </a:r>
          </a:p>
        </p:txBody>
      </p:sp>
      <p:sp>
        <p:nvSpPr>
          <p:cNvPr id="5" name="Marcador de Posição de Conteúdo 2">
            <a:extLst>
              <a:ext uri="{FF2B5EF4-FFF2-40B4-BE49-F238E27FC236}">
                <a16:creationId xmlns:a16="http://schemas.microsoft.com/office/drawing/2014/main" id="{78F83464-5B17-C732-6260-3EB0C346C7C7}"/>
              </a:ext>
            </a:extLst>
          </p:cNvPr>
          <p:cNvSpPr txBox="1">
            <a:spLocks/>
          </p:cNvSpPr>
          <p:nvPr/>
        </p:nvSpPr>
        <p:spPr>
          <a:xfrm>
            <a:off x="5987846" y="1822448"/>
            <a:ext cx="3763297" cy="15391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PT" sz="2600" b="1" dirty="0"/>
              <a:t>Estruturas de dados</a:t>
            </a:r>
          </a:p>
          <a:p>
            <a:r>
              <a:rPr lang="pt-PT" sz="2400" dirty="0"/>
              <a:t>JSON</a:t>
            </a:r>
            <a:r>
              <a:rPr lang="pt-PT" sz="2600" dirty="0"/>
              <a:t> </a:t>
            </a:r>
          </a:p>
          <a:p>
            <a:r>
              <a:rPr lang="pt-PT" sz="2600" dirty="0"/>
              <a:t>XML</a:t>
            </a:r>
          </a:p>
          <a:p>
            <a:endParaRPr lang="pt-PT" dirty="0"/>
          </a:p>
        </p:txBody>
      </p:sp>
      <p:sp>
        <p:nvSpPr>
          <p:cNvPr id="8" name="Marcador de Posição de Conteúdo 2">
            <a:extLst>
              <a:ext uri="{FF2B5EF4-FFF2-40B4-BE49-F238E27FC236}">
                <a16:creationId xmlns:a16="http://schemas.microsoft.com/office/drawing/2014/main" id="{B81B9014-9344-2A66-B9CE-4139F890073C}"/>
              </a:ext>
            </a:extLst>
          </p:cNvPr>
          <p:cNvSpPr txBox="1">
            <a:spLocks/>
          </p:cNvSpPr>
          <p:nvPr/>
        </p:nvSpPr>
        <p:spPr>
          <a:xfrm>
            <a:off x="838200" y="3499667"/>
            <a:ext cx="2150806" cy="8929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2600" b="1" dirty="0" err="1"/>
              <a:t>Backend</a:t>
            </a:r>
            <a:endParaRPr lang="pt-PT" sz="2600" b="1" dirty="0"/>
          </a:p>
          <a:p>
            <a:r>
              <a:rPr lang="pt-PT" sz="2400" dirty="0"/>
              <a:t>JavaScript</a:t>
            </a:r>
            <a:r>
              <a:rPr lang="pt-PT" sz="2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297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339727-5EF9-3311-4F88-0232BD49F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3C67E4-4EBE-5774-AD91-F8E3DCA47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Estrutura do Projeto</a:t>
            </a:r>
          </a:p>
        </p:txBody>
      </p:sp>
    </p:spTree>
    <p:extLst>
      <p:ext uri="{BB962C8B-B14F-4D97-AF65-F5344CB8AC3E}">
        <p14:creationId xmlns:p14="http://schemas.microsoft.com/office/powerpoint/2010/main" val="3889631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91B3F9-A94E-BA2A-3F0C-AC6530EBA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90473-C81D-6526-67E9-96676F2C3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Demonstração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20533A5-EEFC-D04B-380B-FEA21354A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PT" sz="2400" dirty="0">
                <a:hlinkClick r:id="rId3"/>
              </a:rPr>
              <a:t>https://inf25tig33.netlify.app/atividade_fisica</a:t>
            </a:r>
            <a:endParaRPr lang="pt-PT" sz="2400" dirty="0"/>
          </a:p>
        </p:txBody>
      </p:sp>
    </p:spTree>
    <p:extLst>
      <p:ext uri="{BB962C8B-B14F-4D97-AF65-F5344CB8AC3E}">
        <p14:creationId xmlns:p14="http://schemas.microsoft.com/office/powerpoint/2010/main" val="47426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4ABF01-1D93-C705-B535-6AAB4F109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E67014-F3EC-1D08-4907-D6A239638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Conclusão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3DC1095-1729-9CA4-12F5-CB9A56E71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2600" cy="2382581"/>
          </a:xfrm>
        </p:spPr>
        <p:txBody>
          <a:bodyPr/>
          <a:lstStyle/>
          <a:p>
            <a:r>
              <a:rPr lang="pt-PT" sz="2400" b="1" u="sng" dirty="0"/>
              <a:t>Objetivos alcançados</a:t>
            </a:r>
          </a:p>
          <a:p>
            <a:r>
              <a:rPr lang="pt-PT" sz="2400" u="sng" dirty="0"/>
              <a:t>Aplicação funcional</a:t>
            </a:r>
          </a:p>
          <a:p>
            <a:r>
              <a:rPr lang="pt-PT" sz="2400" u="sng" dirty="0"/>
              <a:t>Interface intuitiva</a:t>
            </a:r>
          </a:p>
          <a:p>
            <a:r>
              <a:rPr lang="pt-PT" sz="2400" u="sng" dirty="0"/>
              <a:t>Organização modular</a:t>
            </a:r>
          </a:p>
          <a:p>
            <a:r>
              <a:rPr lang="pt-PT" sz="2400" u="sng" dirty="0"/>
              <a:t>Registo de treino e alimentação</a:t>
            </a:r>
          </a:p>
        </p:txBody>
      </p:sp>
    </p:spTree>
    <p:extLst>
      <p:ext uri="{BB962C8B-B14F-4D97-AF65-F5344CB8AC3E}">
        <p14:creationId xmlns:p14="http://schemas.microsoft.com/office/powerpoint/2010/main" val="1444996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30123F-DB8C-25C1-1948-2CA7D467A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D2EA9-97DF-3F0E-F15C-04D13B5A9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16010"/>
          </a:xfrm>
        </p:spPr>
        <p:txBody>
          <a:bodyPr>
            <a:normAutofit/>
          </a:bodyPr>
          <a:lstStyle/>
          <a:p>
            <a:r>
              <a:rPr lang="pt-PT" sz="8800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40381439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212</Words>
  <Application>Microsoft Office PowerPoint</Application>
  <PresentationFormat>Ecrã Panorâmico</PresentationFormat>
  <Paragraphs>76</Paragraphs>
  <Slides>12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Porquê?</vt:lpstr>
      <vt:lpstr>A nossa solução</vt:lpstr>
      <vt:lpstr>Página Inicial</vt:lpstr>
      <vt:lpstr>Área de Atividade Física</vt:lpstr>
      <vt:lpstr>Área Alimentar</vt:lpstr>
      <vt:lpstr>Tecnologias Utilizadas</vt:lpstr>
      <vt:lpstr>Estrutura do Projeto</vt:lpstr>
      <vt:lpstr>Demonstração</vt:lpstr>
      <vt:lpstr>Conclusão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Nuno da Costa Milheiro Fernandes</dc:creator>
  <cp:lastModifiedBy>Miguel Nuno da Costa Milheiro Fernandes</cp:lastModifiedBy>
  <cp:revision>2</cp:revision>
  <dcterms:created xsi:type="dcterms:W3CDTF">2026-06-10T13:37:06Z</dcterms:created>
  <dcterms:modified xsi:type="dcterms:W3CDTF">2026-06-10T18:18:35Z</dcterms:modified>
</cp:coreProperties>
</file>